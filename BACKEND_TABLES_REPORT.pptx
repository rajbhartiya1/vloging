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C28"/>
                </a:solidFill>
              </a:defRPr>
            </a:pPr>
            <a:r>
              <a:t>Backend Tables Report</a:t>
            </a:r>
          </a:p>
          <a:p>
            <a:pPr>
              <a:defRPr sz="1500">
                <a:solidFill>
                  <a:srgbClr val="5A6070"/>
                </a:solidFill>
              </a:defRPr>
            </a:pPr>
            <a:r>
              <a:t>Django SQLite database: django-backend/db.sqlite3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2011680"/>
            <a:ext cx="3108960" cy="109728"/>
          </a:xfrm>
          <a:prstGeom prst="rect">
            <a:avLst/>
          </a:prstGeom>
          <a:solidFill>
            <a:srgbClr val="175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C28"/>
                </a:solidFill>
              </a:defRPr>
            </a:pPr>
            <a:r>
              <a:t>Summary</a:t>
            </a:r>
          </a:p>
          <a:p>
            <a:pPr>
              <a:defRPr sz="1800">
                <a:solidFill>
                  <a:srgbClr val="2D3446"/>
                </a:solidFill>
              </a:defRPr>
            </a:pPr>
            <a:r>
              <a:t>? Total tables: 17</a:t>
            </a:r>
          </a:p>
          <a:p>
            <a:pPr>
              <a:defRPr sz="1800">
                <a:solidFill>
                  <a:srgbClr val="2D3446"/>
                </a:solidFill>
              </a:defRPr>
            </a:pPr>
            <a:r>
              <a:t>? Custom app tables: 6</a:t>
            </a:r>
          </a:p>
          <a:p>
            <a:pPr>
              <a:defRPr sz="1800">
                <a:solidFill>
                  <a:srgbClr val="2D3446"/>
                </a:solidFill>
              </a:defRPr>
            </a:pPr>
            <a:r>
              <a:t>? Django built-in tables: 11</a:t>
            </a:r>
          </a:p>
          <a:p>
            <a:pPr>
              <a:defRPr sz="1800">
                <a:solidFill>
                  <a:srgbClr val="2D3446"/>
                </a:solidFill>
              </a:defRPr>
            </a:pPr>
            <a:r>
              <a:t>? Custom tables come from api/models.py</a:t>
            </a:r>
          </a:p>
          <a:p>
            <a:pPr>
              <a:defRPr sz="1800">
                <a:solidFill>
                  <a:srgbClr val="2D3446"/>
                </a:solidFill>
              </a:defRPr>
            </a:pPr>
            <a:r>
              <a:t>? Built-in tables cover auth, admin, content types, sessions, migrations, and SQLite sequencing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C28"/>
                </a:solidFill>
              </a:defRPr>
            </a:pPr>
            <a:r>
              <a:t>Custom App Tables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api_profile ? Profile avatar and user profile data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api_video ? Backend video records and metadata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api_comment ? Comments linked to videos and users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api_trackingevent ? Tracking and interaction events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api_uservideostate ? Per-client video progress and save state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api_passwordresettoken ? Password reset codes and expiry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C28"/>
                </a:solidFill>
              </a:defRPr>
            </a:pPr>
            <a:r>
              <a:t>Django Built-in Tables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auth_group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auth_group_permissions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auth_permission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auth_user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auth_user_groups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auth_user_user_permissions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django_admin_log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django_content_type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django_migrations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django_session</a:t>
            </a:r>
          </a:p>
          <a:p>
            <a:pPr>
              <a:defRPr sz="1700">
                <a:solidFill>
                  <a:srgbClr val="2D3446"/>
                </a:solidFill>
              </a:defRPr>
            </a:pPr>
            <a:r>
              <a:t>? sqlite_sequence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