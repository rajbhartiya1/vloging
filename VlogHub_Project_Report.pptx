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698480" y="137160"/>
            <a:ext cx="1005840" cy="91440"/>
          </a:xfrm>
          <a:prstGeom prst="rect">
            <a:avLst/>
          </a:prstGeom>
          <a:solidFill>
            <a:srgbClr val="20B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1005840"/>
            <a:ext cx="1097280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1234440"/>
            <a:ext cx="201168" cy="3840480"/>
          </a:xfrm>
          <a:prstGeom prst="rect">
            <a:avLst/>
          </a:prstGeom>
          <a:solidFill>
            <a:srgbClr val="20B2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4440" y="1325880"/>
            <a:ext cx="98755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C183A"/>
                </a:solidFill>
                <a:latin typeface="Aptos Display"/>
              </a:rPr>
              <a:t>VlogHub</a:t>
            </a:r>
          </a:p>
          <a:p>
            <a:r>
              <a:rPr sz="2400" b="1">
                <a:solidFill>
                  <a:srgbClr val="20B2AA"/>
                </a:solidFill>
                <a:latin typeface="Aptos Display"/>
              </a:rPr>
              <a:t>Full-Stack Vlogging Platform Project Report</a:t>
            </a:r>
          </a:p>
          <a:p>
            <a:r>
              <a:rPr sz="1500">
                <a:solidFill>
                  <a:srgbClr val="2C3E50"/>
                </a:solidFill>
                <a:latin typeface="Aptos"/>
              </a:rPr>
              <a:t>Next.js frontend | Django backend | SQLite development database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3246120"/>
            <a:ext cx="301752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Frontend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Next.js 16.2.1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React 19 + TypeScript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Tailwind CSS + Framer Motion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46120"/>
            <a:ext cx="301752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Backend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Django 6.0.4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Django REST API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Authentication, tracking, profiles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3246120"/>
            <a:ext cx="301752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Scope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20+ routes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Creator-focused UX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Video, community, and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Project report generated from repository contents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Executive Summary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What the platform is and why it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80160"/>
            <a:ext cx="5440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Project Overview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VlogHub is a full-stack platform for vloggers to publish content, engage audiences, and support monetization.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The frontend focuses on a polished creator experience with responsive layouts and animated interaction patterns.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The backend provides user accounts, profiles, videos, comments, password recovery, and tracking events.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289992"/>
            <a:ext cx="5440680" cy="4389120"/>
          </a:xfrm>
          <a:prstGeom prst="rect">
            <a:avLst/>
          </a:prstGeom>
          <a:solidFill>
            <a:srgbClr val="FAFC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Current Status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Frontend and backend are both active in local development.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Shop functionality is intentionally disabled for now and planned for a future release.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The codebase already includes the major pages, API routes, and data models required for the platform.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Status reflects the repository snapshot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Architecture Overview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How the frontend, backend, and database connect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34440"/>
            <a:ext cx="3566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Frontend Layer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Next.js app router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React component-based UI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TypeScript, Tailwind, Zustand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Framer Motion animations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15968" y="1234440"/>
            <a:ext cx="3566160" cy="4526280"/>
          </a:xfrm>
          <a:prstGeom prst="rect">
            <a:avLst/>
          </a:prstGeom>
          <a:solidFill>
            <a:srgbClr val="FAFC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API Layer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Django REST endpoints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Authentication and profile logic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Video, comment, and tracking APIs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CORS and JWT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8037575" y="1234440"/>
            <a:ext cx="3566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Data Layer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SQLite in development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PostgreSQL-ready for production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Custom app tables plus Django auth tables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Media storage for profile pictures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JSON over HTTP connects the frontend to the backend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Technology Stack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Main tools used across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53035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Frontend Stack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Next.js 16.2.1 and React 19.2.4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TypeScript for type safety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Tailwind CSS 4 for styling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Framer Motion for animation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Zustand for state management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Radix UI and Lucide React for UI primitives and icons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234440"/>
            <a:ext cx="5303520" cy="4526280"/>
          </a:xfrm>
          <a:prstGeom prst="rect">
            <a:avLst/>
          </a:prstGeom>
          <a:solidFill>
            <a:srgbClr val="FAFC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Backend Stack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Django 6.0.4 and Django REST Framework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SQLite development database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Pillow for image handling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django-cors-headers for cross-origin access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PyJWT and google-auth for authentication flows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gunicorn and whitenoise for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Build tools: npm, pip, ESLint, Django management commands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Database Schema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Core backend tables in the SQLite database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53035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Application Tables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api_video - videos, URLs, thumbnails, views, author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api_comment - comments attached to videos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api_profile - user avatar/profile data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api_passwordresettoken - password reset codes and expiry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api_trackingevent - watch progress and interaction events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api_uservideostate - latest state per client/video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234440"/>
            <a:ext cx="5303520" cy="4526280"/>
          </a:xfrm>
          <a:prstGeom prst="rect">
            <a:avLst/>
          </a:prstGeom>
          <a:solidFill>
            <a:srgbClr val="FAFC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Django Tables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auth_user, auth_group, auth_permission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auth_user_groups, auth_user_user_permissions, auth_group_permissions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django_admin_log, django_content_type, django_migrations, django_session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Total tables in the backend database: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Key Features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User-facing capabilities already present in the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36118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Video Experience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Video listing and detail pages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Comments and metadata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Trending and category views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Watch later and library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234440"/>
            <a:ext cx="3611880" cy="4526280"/>
          </a:xfrm>
          <a:prstGeom prst="rect">
            <a:avLst/>
          </a:prstGeom>
          <a:solidFill>
            <a:srgbClr val="FAFC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Community and Engagement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Community posts and polls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Live stream chat and Super Chat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Short-form feed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Search and series pages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79" y="1234440"/>
            <a:ext cx="36118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Account and Analytics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Login, register, and profile pages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Password reset flow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Tracking events for behavior analytics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Avatar upload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The shop UI exists, but the feature is disabled for now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Routes and Pages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Main frontend surfaces included in the Next.js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548640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Core Content and Engagement Pages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 - home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/video/[id] - video detail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/category/[slug] - category view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/about, /contact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/shorts, /community, /live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/shop - planned, currently disabled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234440"/>
            <a:ext cx="5257800" cy="4526280"/>
          </a:xfrm>
          <a:prstGeom prst="rect">
            <a:avLst/>
          </a:prstGeom>
          <a:solidFill>
            <a:srgbClr val="FAFC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Account and Utility Pages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/login, /register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/forgot-password, /reset-password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/profile, /library, /search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/series, /privacy-policy, /terms-of-service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/api/*, /tracking, /django-test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The app contains 20+ routes across content, account, and utility sections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Frontend Structure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How the UI is organized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52120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State and Utilities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userDataStore for authentication and profile state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shopStore for cart-related UI state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ThemeProvider for dark/light mode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lib/ contains API clients and helper utilities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234440"/>
            <a:ext cx="5303520" cy="4526280"/>
          </a:xfrm>
          <a:prstGeom prst="rect">
            <a:avLst/>
          </a:prstGeom>
          <a:solidFill>
            <a:srgbClr val="FAFC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Reusable Components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Navbar, MobileBottomNav, SearchOverlay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VideoPlayer, CommentSection, VideoCard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HeroSlider, ParallaxHero, FAQAccordion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LiveChatWindow, SuperChatTicker, ShopSection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The component layer is intentionally modular for scaling content pages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Current Status and Deployment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What is done now and how it is intended to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53035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Completed / Active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Frontend app scaffold and major pages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Django API and authentication models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Profiles, comments, tracking, and password reset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Responsive UI and animation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234440"/>
            <a:ext cx="5303520" cy="4526280"/>
          </a:xfrm>
          <a:prstGeom prst="rect">
            <a:avLst/>
          </a:prstGeom>
          <a:solidFill>
            <a:srgbClr val="FAFC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Deployment Plan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Backend: Render with gunicorn and collectstatic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Frontend: Vercel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Database: PostgreSQL in production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Environment variables manage API base URLs and database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Development currently runs on localhost:3000 and localhost:8000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C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C183A"/>
                </a:solidFill>
                <a:latin typeface="Aptos Display"/>
              </a:rPr>
              <a:t>Roadmap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788291"/>
                </a:solidFill>
                <a:latin typeface="Aptos"/>
              </a:rPr>
              <a:t>Likely next implementation areas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1088136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46304" rtlCol="0" anchor="ctr"/>
          <a:lstStyle/>
          <a:p>
            <a:pPr algn="ctr"/>
            <a:r>
              <a:rPr sz="1600" b="1">
                <a:solidFill>
                  <a:srgbClr val="0C183A"/>
                </a:solidFill>
                <a:latin typeface="Aptos Display"/>
              </a:rPr>
              <a:t>Planned Enhancements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Enable the creator merch shop and payment processing.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Add live streaming integration and richer Super Chat monetization.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Build a more advanced search experience with filters.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Add analytics dashboards, notifications, and recommendation features.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C3E50"/>
                </a:solidFill>
                <a:latin typeface="Aptos"/>
              </a:rPr>
              <a:t>Improve video upload and transcoding pipelines.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88291"/>
                </a:solidFill>
                <a:latin typeface="Aptos"/>
              </a:rPr>
              <a:t>End of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859</Words>
  <Application>Microsoft Office PowerPoint</Application>
  <PresentationFormat>Widescreen</PresentationFormat>
  <Paragraphs>145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raj bhartiya</cp:lastModifiedBy>
  <cp:revision>2</cp:revision>
  <dcterms:created xsi:type="dcterms:W3CDTF">2013-01-27T09:14:16Z</dcterms:created>
  <dcterms:modified xsi:type="dcterms:W3CDTF">2026-07-15T07:15:19Z</dcterms:modified>
  <cp:category/>
</cp:coreProperties>
</file>