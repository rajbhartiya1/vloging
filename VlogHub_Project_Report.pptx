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VlogHub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CDCDC"/>
                </a:solidFill>
              </a:defRPr>
            </a:pPr>
            <a:r>
              <a:t>A Complete Vlogging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June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Full-stack web application for vloggers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Frontend: Next.js 16.2.1 with React 19.2.4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Backend: Django 6.0.4 with REST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20+ interactive pages &amp;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OAuth integration (Google &amp; Apple)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Real-time analytics &amp; tracking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E-commerce merch store (ready)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Live streaming with Super 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Frontend: Next.js App Router with TypeScript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Backend: Django REST Framework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Database: SQLite (dev) / PostgreSQL (prod)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State Management: Zustand 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Styling: Tailwind CSS 4 + Framer Motion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Authentication: JWT + OAuth (Google/Apple)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Deployment: Vercel (frontend) + Render (backend)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Real-time: WebSocket ready for live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Next.js 16.2.1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React 19.2.4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TypeScript 5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Tailwind CSS 4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Framer Motion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Zustand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Radix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Django 6.0.4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Python 3.14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Django REST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PostgreSQL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JWT Auth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Google OAuth 2.0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Apple Sign-In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User → Extended profile with avatars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Video → Full metadata (title, description, URL)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Comment → Nested comment threads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TrackingEvent → User behavior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UserVideoState → Like/Dislike interactions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🔹 PasswordResetToken → Secure password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6 models with optimized indexes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Ready for production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Pages (Phase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Core Content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Home Page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Video Detail Player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Category View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About Page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Contact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Engagement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Shorts Feed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Community/Blog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Live Streaming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Creator Shop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Search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Pages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User Account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Login / Register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Password Recovery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User Profile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Watch Later Library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Series/Playlists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Legal &amp; Other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Privacy Policy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Terms of Service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API Proxy Routes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Backend Testing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Error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🎥 Video Management: Upload, metadata, categorization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🔐 Security: Email/OAuth authentication + JWT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💬 Social: Comments, likes, shares, watch later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Analytics: Watch progress, interactions, views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🛍️ Monetization: Merch shop, live super chat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🎨 UX: Dark/light themes, mobile responsive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Performance: Turbopack, database indexing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Scalability: Production-ready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Authentication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/auth/register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/auth/login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/auth/google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/auth/apple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/auth/forgot-password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/auth/reset-password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Content &amp; Tracking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GET/POST /videos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GET/POST /videos/[id]/comments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GET /videos/trending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GET /categories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POST /tracking/event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GET /tracking/stats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Development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✅ Completed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Frontend structure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Backend API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Database models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OAuth integration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Comment system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Theme support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Analytics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⚠️ Planned / 🔮 Future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⚠ Shop activation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⚠ Live streaming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⚠ Super Chat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🔮 Admin dashboard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🔮 Video upload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🔮 Recommendations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🔮 CDN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Production Stack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Frontend: Vercel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Backend: Render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Database: PostgreSQL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(Render/Railway/Neon)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Static Files: WhiteNoise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WSGI: Gunicorn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CDN: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Environment Setup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SECRET_KEY setup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CORS configuration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OAuth credentials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Database URL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Email service config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Domain settings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SSL/TLS enabled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Frontend Pages: 20+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React Components: 25+ reusable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API Endpoints: 30+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Database Models: 6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Authentication Methods: 3 (Email/Google/Apple)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NPM Dependencies: 15+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Python Dependencies: 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Code Lines: 5,000+ (Frontend + Backend)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🚀 Backend: cd django-backend &amp;&amp; python manage.py runserver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🚀 Frontend: cd next-vlogging &amp;&amp; npm run dev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Frontend URL: http://localhost:3000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Backend URL: http://127.0.0.1:8000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Django Admin: http://127.0.0.1:8000/admin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API Root: http://127.0.0.1:8000/api/hello/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Current Status: Both servers running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Ready for development &amp; testing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Gallery - Set 1</a:t>
            </a:r>
          </a:p>
        </p:txBody>
      </p:sp>
      <p:pic>
        <p:nvPicPr>
          <p:cNvPr id="4" name="Picture 3" descr="thum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657600" cy="2057400"/>
          </a:xfrm>
          <a:prstGeom prst="rect">
            <a:avLst/>
          </a:prstGeom>
        </p:spPr>
      </p:pic>
      <p:pic>
        <p:nvPicPr>
          <p:cNvPr id="5" name="Picture 4" descr="thum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22960"/>
            <a:ext cx="3657600" cy="2057400"/>
          </a:xfrm>
          <a:prstGeom prst="rect">
            <a:avLst/>
          </a:prstGeom>
        </p:spPr>
      </p:pic>
      <p:pic>
        <p:nvPicPr>
          <p:cNvPr id="6" name="Picture 5" descr="thumb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08960"/>
            <a:ext cx="3657600" cy="2057400"/>
          </a:xfrm>
          <a:prstGeom prst="rect">
            <a:avLst/>
          </a:prstGeom>
        </p:spPr>
      </p:pic>
      <p:pic>
        <p:nvPicPr>
          <p:cNvPr id="7" name="Picture 6" descr="thumb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0896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Gallery - Set 2</a:t>
            </a:r>
          </a:p>
        </p:txBody>
      </p:sp>
      <p:pic>
        <p:nvPicPr>
          <p:cNvPr id="4" name="Picture 3" descr="thum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657600" cy="2057400"/>
          </a:xfrm>
          <a:prstGeom prst="rect">
            <a:avLst/>
          </a:prstGeom>
        </p:spPr>
      </p:pic>
      <p:pic>
        <p:nvPicPr>
          <p:cNvPr id="5" name="Picture 4" descr="thumb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22960"/>
            <a:ext cx="3657600" cy="2057400"/>
          </a:xfrm>
          <a:prstGeom prst="rect">
            <a:avLst/>
          </a:prstGeom>
        </p:spPr>
      </p:pic>
      <p:pic>
        <p:nvPicPr>
          <p:cNvPr id="6" name="Picture 5" descr="thumb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08960"/>
            <a:ext cx="3657600" cy="2057400"/>
          </a:xfrm>
          <a:prstGeom prst="rect">
            <a:avLst/>
          </a:prstGeom>
        </p:spPr>
      </p:pic>
      <p:pic>
        <p:nvPicPr>
          <p:cNvPr id="7" name="Picture 6" descr="thumb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0896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Gallery - Set 3</a:t>
            </a:r>
          </a:p>
        </p:txBody>
      </p:sp>
      <p:pic>
        <p:nvPicPr>
          <p:cNvPr id="4" name="Picture 3" descr="thum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657600" cy="2057400"/>
          </a:xfrm>
          <a:prstGeom prst="rect">
            <a:avLst/>
          </a:prstGeom>
        </p:spPr>
      </p:pic>
      <p:pic>
        <p:nvPicPr>
          <p:cNvPr id="5" name="Picture 4" descr="thumb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22960"/>
            <a:ext cx="3657600" cy="2057400"/>
          </a:xfrm>
          <a:prstGeom prst="rect">
            <a:avLst/>
          </a:prstGeom>
        </p:spPr>
      </p:pic>
      <p:pic>
        <p:nvPicPr>
          <p:cNvPr id="6" name="Picture 5" descr="thumb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08960"/>
            <a:ext cx="3657600" cy="2057400"/>
          </a:xfrm>
          <a:prstGeom prst="rect">
            <a:avLst/>
          </a:prstGeom>
        </p:spPr>
      </p:pic>
      <p:pic>
        <p:nvPicPr>
          <p:cNvPr id="7" name="Picture 6" descr="thumb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0896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VlogHub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DCDC"/>
                </a:solidFill>
              </a:defRPr>
            </a:pPr>
            <a:r>
              <a:t>A Modern Vlogging Platform</a:t>
            </a:r>
            <a:br/>
            <a:r>
              <a:t>Built with Next.js &amp; 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C864"/>
                </a:solidFill>
              </a:defRPr>
            </a:pPr>
            <a:r>
              <a:t>✓ Status: Running | 🚀 Active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